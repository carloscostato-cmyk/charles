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28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2011680" y="-2377440"/>
            <a:ext cx="6400800" cy="6400800"/>
          </a:xfrm>
          <a:prstGeom prst="ellipse">
            <a:avLst/>
          </a:prstGeom>
          <a:solidFill>
            <a:srgbClr val="E4002B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C:\Users\carlos.costato\Documents\Charles_chatbot\apresentacao-charles\assets\charl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50292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401568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60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CLARO EMPRESAS - DEPARTAMENTO DE DATA CENTER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3712464"/>
            <a:ext cx="12191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Conheca o </a:t>
            </a:r>
            <a:r>
              <a:rPr lang="en-US" sz="48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463040" y="4590288"/>
            <a:ext cx="9262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e um chatbot generico. E um especialista em Data Center e Operacoes NOC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conhece a sua infraestrutura, cita a fonte de cada resposta e nunca inventa.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21408" y="55321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121408" y="55321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de alucinacao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33088" y="55321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133088" y="55321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com citacao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44768" y="5532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4002B">
              <a:alpha val="16000"/>
            </a:srgbClr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144768" y="55321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ISO/IEC 42001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82128" y="55321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882128" y="55321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159 itens de FAQ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chatbot generico nao sabe o que e um Data Center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risco nao e ele errar - e errar parecendo estar certo.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Coloque qualquer assistente de IA para responder uma pergunta operacional. Ele pode responder - mas sem garantir que esteja certo.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31136"/>
            <a:ext cx="3429000" cy="2048256"/>
          </a:xfrm>
          <a:prstGeom prst="roundRect">
            <a:avLst>
              <a:gd name="adj" fmla="val 267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87552" y="2487168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98448" y="24323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 sua 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852928"/>
            <a:ext cx="29260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conhece seus procedimentos, seus runbooks, o historico da sua unidade nem a particularidade do seu ambiente.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16552" y="2231136"/>
            <a:ext cx="3429000" cy="2048256"/>
          </a:xfrm>
          <a:prstGeom prst="roundRect">
            <a:avLst>
              <a:gd name="adj" fmla="val 267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72584" y="2487168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83480" y="24323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citar a fonte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72584" y="2852928"/>
            <a:ext cx="29260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com a mesma seguranca um fato confirmado e uma suposicao. Nao da para auditar o que ele disse.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2231136"/>
            <a:ext cx="3429000" cy="2048256"/>
          </a:xfrm>
          <a:prstGeom prst="roundRect">
            <a:avLst>
              <a:gd name="adj" fmla="val 267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57616" y="2487168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68512" y="24323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 com confianca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2852928"/>
            <a:ext cx="29260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nao sabe, preenche a lacuna - com a mesma fluency de quando esta certo. Esse e o risco real.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590288"/>
            <a:ext cx="10744200" cy="1225296"/>
          </a:xfrm>
          <a:prstGeom prst="roundRect">
            <a:avLst>
              <a:gd name="adj" fmla="val 4478"/>
            </a:avLst>
          </a:prstGeom>
          <a:solidFill>
            <a:srgbClr val="1C111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51560" y="4956048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Durante um incidente nao ha tempo de conferir. </a:t>
            </a: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assistente errado e confiante custa mais do que um que admite nao saber.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assistente que conhece o seu ambiente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15568" y="1481328"/>
            <a:ext cx="3200400" cy="3200400"/>
          </a:xfrm>
          <a:prstGeom prst="ellipse">
            <a:avLst/>
          </a:prstGeom>
          <a:solidFill>
            <a:srgbClr val="E4002B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C:\Users\carlos.costato\Documents\Charles_chatbot\apresentacao-charles\assets\charl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847088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166420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 Charles 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02996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especialista de Data Center e Operacoes NOC que trabalha com a documentacao real - e cita a fonte de tudo que responde.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37760" y="2798064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ele nao 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3163824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e um modelo geral treinado na internet. Nao "sabe de tudo" - e e por isso que ele nao erra sobre o que nao tem.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37760" y="4059936"/>
            <a:ext cx="201168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37760" y="42062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159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937760" y="4901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DE FAQ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14032" y="4059936"/>
            <a:ext cx="201168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114032" y="42062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114032" y="4901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CENTERS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90304" y="4059936"/>
            <a:ext cx="201168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9290304" y="42062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290304" y="4901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ALUCINACAO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Numeros que nao sao opiniao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Medidos automaticamente pelo agente de qualidade - 26 ciclos em 8 dias.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9222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ALUCINACAO - meta 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65576" y="179222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65576" y="1938528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65576" y="2633472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TAXA DE CITACAO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79222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99632" y="1938528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99632" y="2633472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PRECISAO DO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1792224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33688" y="19385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933688" y="26334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 HUMANA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93008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363931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" y="433425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DE FAQ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65576" y="3493008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465576" y="363931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465576" y="433425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CENTERS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3493008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199632" y="363931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211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99632" y="433425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INTERACOES AUDITADAS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33688" y="3493008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933688" y="363931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933688" y="433425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AUTOMATIZADOS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23036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101B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51560" y="5504688"/>
            <a:ext cx="10104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esses numeros saem do sistema - nao de estimativa. O mesmo agente que mede e o que detecta regressoes antes de elas chegarem a voce.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50% para 0% de alucinacao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foi sorte. Foi medicao, correcao e nova medicao.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00784"/>
            <a:ext cx="10744200" cy="2999232"/>
          </a:xfrm>
          <a:prstGeom prst="roundRect">
            <a:avLst>
              <a:gd name="adj" fmla="val 182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371600" y="4069080"/>
            <a:ext cx="9509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875520" y="38313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4297680"/>
            <a:ext cx="9509760" cy="0"/>
          </a:xfrm>
          <a:prstGeom prst="line">
            <a:avLst/>
          </a:prstGeom>
          <a:noFill/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1901952" cy="1920240"/>
          </a:xfrm>
          <a:prstGeom prst="line">
            <a:avLst/>
          </a:prstGeom>
          <a:noFill/>
          <a:ln w="31750">
            <a:solidFill>
              <a:srgbClr val="FF2D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289304" y="1929384"/>
            <a:ext cx="164592" cy="164592"/>
          </a:xfrm>
          <a:prstGeom prst="ellipse">
            <a:avLst/>
          </a:prstGeom>
          <a:solidFill>
            <a:srgbClr val="FF2D55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627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3931920"/>
            <a:ext cx="1901952" cy="365760"/>
          </a:xfrm>
          <a:prstGeom prst="line">
            <a:avLst/>
          </a:prstGeom>
          <a:noFill/>
          <a:ln w="31750">
            <a:solidFill>
              <a:srgbClr val="FF2D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91256" y="3849624"/>
            <a:ext cx="164592" cy="164592"/>
          </a:xfrm>
          <a:prstGeom prst="ellipse">
            <a:avLst/>
          </a:prstGeom>
          <a:solidFill>
            <a:srgbClr val="FF2D55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70632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75504" y="4297680"/>
            <a:ext cx="1901952" cy="0"/>
          </a:xfrm>
          <a:prstGeom prst="line">
            <a:avLst/>
          </a:prstGeom>
          <a:noFill/>
          <a:ln w="31750">
            <a:solidFill>
              <a:srgbClr val="FF2D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93208" y="421538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72584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8304" y="3913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77456" y="4297680"/>
            <a:ext cx="1901952" cy="0"/>
          </a:xfrm>
          <a:prstGeom prst="line">
            <a:avLst/>
          </a:prstGeom>
          <a:noFill/>
          <a:ln w="31750">
            <a:solidFill>
              <a:srgbClr val="FF2D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995160" y="421538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574536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0256" y="3913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79408" y="4297680"/>
            <a:ext cx="1901952" cy="0"/>
          </a:xfrm>
          <a:prstGeom prst="line">
            <a:avLst/>
          </a:prstGeom>
          <a:noFill/>
          <a:ln w="31750">
            <a:solidFill>
              <a:srgbClr val="FF2D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8897112" y="421538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476488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22208" y="3913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99064" y="421538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A0E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378440" y="4389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3913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901184"/>
            <a:ext cx="3429000" cy="1225296"/>
          </a:xfrm>
          <a:prstGeom prst="roundRect">
            <a:avLst>
              <a:gd name="adj" fmla="val 4478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69264" y="5084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Detectado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9264" y="5413248"/>
            <a:ext cx="2962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agente de qualidade mediu 50% e sinalizou como risco critico.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16552" y="4901184"/>
            <a:ext cx="3429000" cy="1225296"/>
          </a:xfrm>
          <a:prstGeom prst="roundRect">
            <a:avLst>
              <a:gd name="adj" fmla="val 4478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654296" y="5084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Corrigido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54296" y="5413248"/>
            <a:ext cx="2962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mestre desbloqueado - a personalidade nunca era enviada ao modelo.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01584" y="4901184"/>
            <a:ext cx="3429000" cy="1225296"/>
          </a:xfrm>
          <a:prstGeom prst="roundRect">
            <a:avLst>
              <a:gd name="adj" fmla="val 4478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339328" y="5084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Comprovado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39328" y="5413248"/>
            <a:ext cx="2962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medicoes seguidas em 0%. O resultado se mantem, nao foi acaso.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e ser "melhor que o ChatGPT"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ser o certo para o seu contexto. Comparativo honesto: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92224"/>
            <a:ext cx="3200400" cy="402336"/>
          </a:xfrm>
          <a:prstGeom prst="rect">
            <a:avLst/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931920" y="1792224"/>
            <a:ext cx="2331720" cy="402336"/>
          </a:xfrm>
          <a:prstGeom prst="rect">
            <a:avLst/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63640" y="1792224"/>
            <a:ext cx="2606040" cy="402336"/>
          </a:xfrm>
          <a:prstGeom prst="rect">
            <a:avLst/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869680" y="1792224"/>
            <a:ext cx="2606040" cy="402336"/>
          </a:xfrm>
          <a:prstGeom prst="rect">
            <a:avLst/>
          </a:prstGeom>
          <a:solidFill>
            <a:srgbClr val="2A0E14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59536" y="184708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59936" y="1847088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Generalista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91656" y="1847088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corporativa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97696" y="1847088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227685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Conhece a base interna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2194560"/>
            <a:ext cx="233172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059936" y="227685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194560"/>
            <a:ext cx="260604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91656" y="227685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2194560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997696" y="227685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 - 159 itens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6974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 a fonte da resposta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31920" y="2615184"/>
            <a:ext cx="233172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059936" y="2697480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2615184"/>
            <a:ext cx="260604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91656" y="26974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69680" y="2615184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997696" y="26974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Sempre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9536" y="3118104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 de conformidade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3035808"/>
            <a:ext cx="233172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059936" y="3118104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035808"/>
            <a:ext cx="260604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391656" y="3118104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3035808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997696" y="3118104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42001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9536" y="3538728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dos Data Centers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31920" y="3456432"/>
            <a:ext cx="233172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059936" y="3538728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456432"/>
            <a:ext cx="260604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391656" y="3538728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69680" y="3456432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997696" y="3538728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Internos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9536" y="395935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Diz quando nao sabe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931920" y="3877056"/>
            <a:ext cx="233172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059936" y="3959352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vezes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63640" y="3877056"/>
            <a:ext cx="260604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391656" y="3959352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Raramente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69680" y="3877056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8997696" y="3959352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Sempre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59536" y="437997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Rastro de evidencias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931920" y="4297680"/>
            <a:ext cx="233172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4059936" y="437997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63640" y="4297680"/>
            <a:ext cx="260604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391656" y="437997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869680" y="4297680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997696" y="437997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auditavel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9536" y="480060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por conversa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931920" y="4718304"/>
            <a:ext cx="233172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4059936" y="4800600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$$$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63640" y="4718304"/>
            <a:ext cx="2606040" cy="420624"/>
          </a:xfrm>
          <a:prstGeom prst="rect">
            <a:avLst/>
          </a:prstGeom>
          <a:solidFill>
            <a:srgbClr val="0E1522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6391656" y="48006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$$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869680" y="4718304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8997696" y="48006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Gratuito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59536" y="5221224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geral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931920" y="5138928"/>
            <a:ext cx="233172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4059936" y="5221224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Excelente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263640" y="5138928"/>
            <a:ext cx="2606040" cy="420624"/>
          </a:xfrm>
          <a:prstGeom prst="rect">
            <a:avLst/>
          </a:prstGeom>
          <a:solidFill>
            <a:srgbClr val="111827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6391656" y="5221224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869680" y="5138928"/>
            <a:ext cx="2606040" cy="420624"/>
          </a:xfrm>
          <a:prstGeom prst="rect">
            <a:avLst/>
          </a:prstGeom>
          <a:solidFill>
            <a:srgbClr val="150A0E"/>
          </a:solidFill>
          <a:ln w="9525">
            <a:solidFill>
              <a:srgbClr val="1F28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8997696" y="5221224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Restrito ao DC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31520" y="523036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101B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1051560" y="5504688"/>
            <a:ext cx="10104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escolha nao e Charles ou o ChatGPT - sao camadas diferentes: o generalista para conhecimento amplo, o Charles para o que precisa de fonte e nao pode errar.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especialistas que nunca inventam endereco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a resposta vem de dado estruturado, ela vem da planilha - nao de adivinhacao.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9264" y="1975104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Localizacao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340864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Endereco, CEP, bairro e cidade das 11 unidades.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1773936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54296" y="1975104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340864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Telefone e ramal de cada Data Center.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773936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39328" y="1975104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Diretorio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340864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completa e atualizada das unidades.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69264" y="3675888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Regiao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4041648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por regiao e estado.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3474720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54296" y="3675888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4041648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Encaminha para a fonte oficial - nunca inventa status.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3474720"/>
            <a:ext cx="3429000" cy="1481328"/>
          </a:xfrm>
          <a:prstGeom prst="roundRect">
            <a:avLst>
              <a:gd name="adj" fmla="val 3704"/>
            </a:avLst>
          </a:prstGeom>
          <a:solidFill>
            <a:srgbClr val="0F1A1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339328" y="3675888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39328" y="4041648"/>
            <a:ext cx="29626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58% das conversas vieram de dado estruturado, onde alucinacao e impossivel.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852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31520" y="528523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semantico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9272" y="52852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319272" y="528523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ferramentas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07024" y="52852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907024" y="528523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de sessao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94776" y="52852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494776" y="528523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Qualidade automatica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 e pessoa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assistente que responde tudo com relatorio tecnico cansa.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5257800" cy="3054096"/>
          </a:xfrm>
          <a:prstGeom prst="roundRect">
            <a:avLst>
              <a:gd name="adj" fmla="val 1796"/>
            </a:avLst>
          </a:prstGeom>
          <a:solidFill>
            <a:srgbClr val="101B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05840" y="199339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32304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ele faz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798064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Reconhece o horario e cumprimenta corretamente.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clima, diz com honestidade o que nao sabe - em vez de inventar.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 execucao quando voce interrompe.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Redireciona assunto fora de escopo sem ser grosseiro.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773936"/>
            <a:ext cx="5230368" cy="3054096"/>
          </a:xfrm>
          <a:prstGeom prst="roundRect">
            <a:avLst>
              <a:gd name="adj" fmla="val 1796"/>
            </a:avLst>
          </a:prstGeom>
          <a:solidFill>
            <a:srgbClr val="1C111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519672" y="199339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4002B">
              <a:alpha val="16000"/>
            </a:srgbClr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19672" y="19933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TRABALHO TECNICO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2432304"/>
            <a:ext cx="4681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ele nao faz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9672" y="2798064"/>
            <a:ext cx="46817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inventa previsao do tempo.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afirma que um DC esta operacional sem consultar a fonte.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usa formato de relatorio em conversa fiada.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substitui o judgement do Analista.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5084064"/>
            <a:ext cx="10744200" cy="969264"/>
          </a:xfrm>
          <a:prstGeom prst="roundRect">
            <a:avLst>
              <a:gd name="adj" fmla="val 5660"/>
            </a:avLst>
          </a:prstGeom>
          <a:solidFill>
            <a:srgbClr val="1A0F14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51560" y="5413248"/>
            <a:ext cx="10104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 humano + rigor tecnico. Essa combinacao nao e oferecida por ferramenta generica - e o que sustenta uma decisao operacional.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Conformidade ISO/IEC 42001:2023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unico ativo com nota alta e o proprio Charles. Isto e o que sustenta.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DE GOVERNANCA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65576" y="1737360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65576" y="1883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65576" y="257860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DE CONFORMIDADE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99632" y="1883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99632" y="257860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RESPOSTAS COM FONTE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1737360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33688" y="18836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933688" y="2578608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NO TOTAL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9584"/>
            <a:ext cx="5230368" cy="1133856"/>
          </a:xfrm>
          <a:prstGeom prst="roundRect">
            <a:avLst>
              <a:gd name="adj" fmla="val 483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69264" y="37124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 de dados (LGPD)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" y="40416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CPF, CNPJ, cartao, e-mail e telefone mascarados na entrada. Acesso por papeis via Entra ID.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45352" y="3529584"/>
            <a:ext cx="5230368" cy="1133856"/>
          </a:xfrm>
          <a:prstGeom prst="roundRect">
            <a:avLst>
              <a:gd name="adj" fmla="val 483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83096" y="37124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83096" y="40416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interacao registra fonte, agente usado e nota de qualidade - permitindo auditoria.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828032"/>
            <a:ext cx="5230368" cy="1133856"/>
          </a:xfrm>
          <a:prstGeom prst="roundRect">
            <a:avLst>
              <a:gd name="adj" fmla="val 483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69264" y="5010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 contra prompt injection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" y="53400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Deteccao ativa de tentativas de extrair o prompt ou burlar regras.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5352" y="4828032"/>
            <a:ext cx="5230368" cy="1133856"/>
          </a:xfrm>
          <a:prstGeom prst="roundRect">
            <a:avLst>
              <a:gd name="adj" fmla="val 4839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83096" y="5010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Limites explicitos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83096" y="53400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 que declara o que o Charles faz e nao faz, revisado pela gestao.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unico item que segura a nota do Charles e a FAQ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maquina esta pronta. O conteudo e o que falta - e so voces 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101B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05840" y="199339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32304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r>
              <a:rPr lang="en-US" sz="12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alucinacao - citacao - retrieval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maquina esta pronta. Medindo e corrigindo sozinha, 26 vezes.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773936"/>
            <a:ext cx="5230368" cy="2286000"/>
          </a:xfrm>
          <a:prstGeom prst="roundRect">
            <a:avLst>
              <a:gd name="adj" fmla="val 2400"/>
            </a:avLst>
          </a:prstGeom>
          <a:solidFill>
            <a:srgbClr val="1C160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519672" y="199339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16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19672" y="19933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 DE VOCES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2432304"/>
            <a:ext cx="4681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14%</a:t>
            </a:r>
            <a:r>
              <a:rPr lang="en-US" sz="12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cobertura das duvidas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19672" y="3200400"/>
            <a:ext cx="4681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86% das perguntas que chegam ele ainda nao sabe responder. Nao e limitacao da ferramenta - e conteudo que falta na base.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744200" cy="1773936"/>
          </a:xfrm>
          <a:prstGeom prst="roundRect">
            <a:avLst>
              <a:gd name="adj" fmla="val 3093"/>
            </a:avLst>
          </a:prstGeom>
          <a:solidFill>
            <a:srgbClr val="161D2E"/>
          </a:solidFill>
          <a:ln w="12700">
            <a:solidFill>
              <a:srgbClr val="263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05840" y="4517136"/>
            <a:ext cx="10195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cada area ajuda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919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Responde as duvidas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23036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pergunta que ele nao sabe gera um relatorio de lacuna. A resposta vira item de FAQ.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4919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Revisa o que ele responde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62272" y="523036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 resposta esta errada ou desatualizada, o item e corrigido e ele aprende com o dono.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18704" y="4919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Assina como owner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18704" y="523036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procedimento validado por quem e responsavel tecnico ganha peso e confianca.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Assistente de IA do Data Center - Claro Empresas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2377440" y="2011680"/>
            <a:ext cx="6766560" cy="6766560"/>
          </a:xfrm>
          <a:prstGeom prst="ellipse">
            <a:avLst/>
          </a:prstGeom>
          <a:solidFill>
            <a:srgbClr val="E4002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778240" y="-2560320"/>
            <a:ext cx="6035040" cy="603504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01768" y="566928"/>
            <a:ext cx="2194560" cy="2194560"/>
          </a:xfrm>
          <a:prstGeom prst="ellipse">
            <a:avLst/>
          </a:prstGeom>
          <a:solidFill>
            <a:srgbClr val="E4002B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C:\Users\carlos.costato\Documents\Charles_chatbot\apresentacao-charles\assets\charl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932688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87168"/>
            <a:ext cx="10362895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Charles so e tao bom quanto 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2D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que voces alimentam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645920" y="3767328"/>
            <a:ext cx="8897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ferramenta esta pronta, auditada e medindo o proprio desempenho.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7D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o conteudo de voces - que so voces tem.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0128" y="466344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10128" y="46634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alucinacao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21808" y="466344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321808" y="46634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rastreavel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33488" y="46634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4002B">
              <a:alpha val="16000"/>
            </a:srgbClr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333488" y="4663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42001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563270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- Especialista em Data Center e Operacoes NOC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0" y="59070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Claro Empresas - Departamento de Data Center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1231</Words>
  <Application>Microsoft Office PowerPoint</Application>
  <PresentationFormat>Widescreen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Claro Empresas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Charles - Assistente de IA do Data Center</dc:title>
  <dc:subject>PptxGenJS Presentation</dc:subject>
  <dc:creator>Departamento de Data Center - Claro Empresas</dc:creator>
  <cp:lastModifiedBy>Carlos Alberto Florindo Costato</cp:lastModifiedBy>
  <cp:revision>1</cp:revision>
  <dcterms:created xsi:type="dcterms:W3CDTF">2026-10-02T18:38:31Z</dcterms:created>
  <dcterms:modified xsi:type="dcterms:W3CDTF">2026-10-02T18:42:28Z</dcterms:modified>
</cp:coreProperties>
</file>